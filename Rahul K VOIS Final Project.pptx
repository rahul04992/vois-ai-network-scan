
<file path=[Content_Types].xml><?xml version="1.0" encoding="utf-8"?>
<Types xmlns="http://schemas.openxmlformats.org/package/2006/content-types">
  <Default Extension="jfif" ContentType="image/jpeg"/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7"/>
  </p:notesMasterIdLst>
  <p:handoutMasterIdLst>
    <p:handoutMasterId r:id="rId18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1" r:id="rId12"/>
    <p:sldId id="342" r:id="rId13"/>
    <p:sldId id="343" r:id="rId14"/>
    <p:sldId id="344" r:id="rId15"/>
    <p:sldId id="304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67BBC5-90FB-0B4C-ED85-F72C7BA7CE4A}" v="1" dt="2022-06-06T12:10:26.221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73" d="100"/>
          <a:sy n="73" d="100"/>
        </p:scale>
        <p:origin x="534" y="7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1/12/2026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1/12/2026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1/12/2026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1/12/2026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1/12/2026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1/12/2026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abc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abc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19286" y="3710747"/>
            <a:ext cx="2930130" cy="1292597"/>
          </a:xfrm>
        </p:spPr>
        <p:txBody>
          <a:bodyPr>
            <a:normAutofit/>
          </a:bodyPr>
          <a:lstStyle/>
          <a:p>
            <a:pPr algn="r"/>
            <a:r>
              <a:rPr lang="en-US" sz="3200" b="0" dirty="0" smtClean="0">
                <a:solidFill>
                  <a:schemeClr val="tx1"/>
                </a:solidFill>
              </a:rPr>
              <a:t>Rahul K</a:t>
            </a:r>
            <a:endParaRPr lang="en-IN" sz="3200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7394" y="2050553"/>
            <a:ext cx="6061165" cy="1208196"/>
          </a:xfrm>
        </p:spPr>
        <p:txBody>
          <a:bodyPr>
            <a:normAutofit/>
          </a:bodyPr>
          <a:lstStyle/>
          <a:p>
            <a:r>
              <a:rPr lang="en-US" sz="3200" dirty="0"/>
              <a:t>Ai </a:t>
            </a:r>
            <a:r>
              <a:rPr lang="en-US" sz="3200" dirty="0" smtClean="0"/>
              <a:t>Based Network Intrusion Detection</a:t>
            </a:r>
            <a:r>
              <a:rPr lang="en-US" sz="3200" dirty="0"/>
              <a:t> </a:t>
            </a:r>
            <a:r>
              <a:rPr lang="en-US" sz="3200" dirty="0" smtClean="0"/>
              <a:t>System</a:t>
            </a:r>
            <a:endParaRPr lang="en-IN" sz="32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553200" y="29464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705600" y="30988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 txBox="1">
            <a:spLocks/>
          </p:cNvSpPr>
          <p:nvPr/>
        </p:nvSpPr>
        <p:spPr>
          <a:xfrm>
            <a:off x="5205959" y="4661846"/>
            <a:ext cx="4507001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b="0" dirty="0" smtClean="0">
                <a:solidFill>
                  <a:schemeClr val="tx1"/>
                </a:solidFill>
              </a:rPr>
              <a:t> </a:t>
            </a:r>
            <a:r>
              <a:rPr lang="en-US" dirty="0" smtClean="0"/>
              <a:t>APPLY_176295067869147e1643611</a:t>
            </a:r>
            <a:endParaRPr lang="en-IN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  <p:bldP spid="7" grpId="0"/>
      <p:bldP spid="8" grpId="0"/>
      <p:bldP spid="9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6479" y="1875556"/>
            <a:ext cx="6804297" cy="4319687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50000"/>
              </a:lnSpc>
            </a:pPr>
            <a:r>
              <a:rPr lang="en-US" sz="2800" dirty="0"/>
              <a:t>With the rapid growth of digital infrastructure and network-based services, organizations face increasing threats from cyberattacks such as Distributed Denial of Service (DDo5), unauthorized access, and malicious network traffic. Traditional rule-based intrusion detection systems struggle to detect evolving attack patterns, generate high false positives, and lack adaptability to new threats.</a:t>
            </a:r>
            <a:endParaRPr lang="en-IN" sz="2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359" y="752962"/>
            <a:ext cx="6276109" cy="830997"/>
          </a:xfrm>
        </p:spPr>
        <p:txBody>
          <a:bodyPr>
            <a:normAutofit fontScale="90000"/>
          </a:bodyPr>
          <a:lstStyle/>
          <a:p>
            <a:r>
              <a:rPr lang="en-GB" dirty="0" smtClean="0"/>
              <a:t>Project Description</a:t>
            </a:r>
            <a:br>
              <a:rPr lang="en-GB" dirty="0" smtClean="0"/>
            </a:br>
            <a:r>
              <a:rPr lang="en-GB" dirty="0"/>
              <a:t/>
            </a:r>
            <a:br>
              <a:rPr lang="en-GB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898025" y="1945304"/>
            <a:ext cx="6234295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The Al-Based Network Intrusion Detection System (NIDS) is a machine-learning-powered security application designed to detect suspicious and malicious network behavior in real time. </a:t>
            </a:r>
            <a:br>
              <a:rPr lang="en-US" sz="2200" dirty="0"/>
            </a:br>
            <a:r>
              <a:rPr lang="en-US" sz="2200" dirty="0"/>
              <a:t>Key Highlights: Uses Machine Learning (Random Forest Classifier) to classify network traffic as normal or attack. Supports simulation mode for academic demonstrations using synthetic data</a:t>
            </a:r>
            <a:r>
              <a:rPr lang="en-US" sz="2200" dirty="0" smtClean="0"/>
              <a:t>. Can </a:t>
            </a:r>
            <a:r>
              <a:rPr lang="en-US" sz="2200" dirty="0"/>
              <a:t>be extended to real-world datasets such as the CIC-IDS2017 benchmark dataset</a:t>
            </a:r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991360"/>
            <a:ext cx="7904481" cy="3990023"/>
          </a:xfrm>
        </p:spPr>
        <p:txBody>
          <a:bodyPr>
            <a:normAutofit fontScale="92500" lnSpcReduction="10000"/>
          </a:bodyPr>
          <a:lstStyle/>
          <a:p>
            <a:pPr algn="just">
              <a:lnSpc>
                <a:spcPct val="150000"/>
              </a:lnSpc>
            </a:pPr>
            <a:r>
              <a:rPr lang="en-IN" sz="2200" dirty="0" smtClean="0"/>
              <a:t>Students (CSE, IT, Cyber security)</a:t>
            </a:r>
          </a:p>
          <a:p>
            <a:pPr algn="just">
              <a:lnSpc>
                <a:spcPct val="150000"/>
              </a:lnSpc>
            </a:pPr>
            <a:r>
              <a:rPr lang="en-IN" sz="2200" dirty="0" smtClean="0"/>
              <a:t>Interns learning Machine learning and network security Faculties</a:t>
            </a:r>
          </a:p>
          <a:p>
            <a:pPr algn="just">
              <a:lnSpc>
                <a:spcPct val="150000"/>
              </a:lnSpc>
            </a:pPr>
            <a:r>
              <a:rPr lang="en-IN" sz="2200" dirty="0" smtClean="0"/>
              <a:t>AI/ML Trainers</a:t>
            </a:r>
          </a:p>
          <a:p>
            <a:pPr algn="just">
              <a:lnSpc>
                <a:spcPct val="150000"/>
              </a:lnSpc>
            </a:pPr>
            <a:r>
              <a:rPr lang="en-IN" sz="2200" dirty="0" smtClean="0"/>
              <a:t>Cybersecurity analysts</a:t>
            </a:r>
          </a:p>
          <a:p>
            <a:pPr algn="just">
              <a:lnSpc>
                <a:spcPct val="150000"/>
              </a:lnSpc>
            </a:pPr>
            <a:r>
              <a:rPr lang="en-IN" sz="2200" dirty="0" smtClean="0"/>
              <a:t>Network administrator</a:t>
            </a:r>
          </a:p>
          <a:p>
            <a:pPr algn="just">
              <a:lnSpc>
                <a:spcPct val="150000"/>
              </a:lnSpc>
            </a:pPr>
            <a:r>
              <a:rPr lang="en-IN" sz="2200" dirty="0" smtClean="0"/>
              <a:t>Researchers(Indirect users)</a:t>
            </a:r>
          </a:p>
          <a:p>
            <a:pPr algn="just">
              <a:lnSpc>
                <a:spcPct val="150000"/>
              </a:lnSpc>
            </a:pPr>
            <a:r>
              <a:rPr lang="en-IN" sz="2200" dirty="0" smtClean="0"/>
              <a:t>IT Security Teams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618" y="1432560"/>
            <a:ext cx="9027702" cy="5243448"/>
          </a:xfrm>
        </p:spPr>
        <p:txBody>
          <a:bodyPr/>
          <a:lstStyle/>
          <a:p>
            <a:pPr lvl="1">
              <a:lnSpc>
                <a:spcPct val="150000"/>
              </a:lnSpc>
            </a:pPr>
            <a:r>
              <a:rPr lang="en-IN" dirty="0" smtClean="0"/>
              <a:t>Python</a:t>
            </a:r>
          </a:p>
          <a:p>
            <a:pPr lvl="1">
              <a:lnSpc>
                <a:spcPct val="150000"/>
              </a:lnSpc>
            </a:pPr>
            <a:r>
              <a:rPr lang="en-IN" dirty="0" smtClean="0"/>
              <a:t>Huggingface</a:t>
            </a:r>
          </a:p>
          <a:p>
            <a:pPr lvl="1">
              <a:lnSpc>
                <a:spcPct val="150000"/>
              </a:lnSpc>
            </a:pPr>
            <a:r>
              <a:rPr lang="en-IN" dirty="0" smtClean="0"/>
              <a:t>Pandas</a:t>
            </a:r>
          </a:p>
          <a:p>
            <a:pPr lvl="1">
              <a:lnSpc>
                <a:spcPct val="150000"/>
              </a:lnSpc>
            </a:pPr>
            <a:r>
              <a:rPr lang="en-IN" dirty="0" smtClean="0"/>
              <a:t>Numpy</a:t>
            </a:r>
          </a:p>
          <a:p>
            <a:pPr lvl="1">
              <a:lnSpc>
                <a:spcPct val="150000"/>
              </a:lnSpc>
            </a:pPr>
            <a:r>
              <a:rPr lang="en-IN" dirty="0" smtClean="0"/>
              <a:t>Grok</a:t>
            </a:r>
            <a:endParaRPr lang="en-IN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 smtClean="0"/>
              <a:t>Technology Used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E25373E9-1A26-4A40-9897-E42DE485D8E3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>
                <a:solidFill>
                  <a:srgbClr val="0070C0"/>
                </a:solidFill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Demo Link</a:t>
            </a:r>
            <a:endParaRPr lang="en-IN" b="0" u="sng" dirty="0">
              <a:solidFill>
                <a:srgbClr val="0070C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56" y="1944808"/>
            <a:ext cx="10058400" cy="3792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E25373E9-1A26-4A40-9897-E42DE485D8E3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>
                <a:solidFill>
                  <a:srgbClr val="0070C0"/>
                </a:solidFill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Demo Link</a:t>
            </a:r>
            <a:endParaRPr lang="en-IN" b="0" u="sng" dirty="0">
              <a:solidFill>
                <a:srgbClr val="0070C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963" y="1650837"/>
            <a:ext cx="10058400" cy="4502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153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 txBox="1">
            <a:spLocks/>
          </p:cNvSpPr>
          <p:nvPr/>
        </p:nvSpPr>
        <p:spPr>
          <a:xfrm>
            <a:off x="131010" y="601498"/>
            <a:ext cx="8671243" cy="830997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b="1" dirty="0" smtClean="0">
                <a:solidFill>
                  <a:schemeClr val="tx1"/>
                </a:solidFill>
              </a:rPr>
              <a:t>Certificate - Protection </a:t>
            </a:r>
            <a:r>
              <a:rPr lang="en-IN" b="1" dirty="0">
                <a:solidFill>
                  <a:schemeClr val="tx1"/>
                </a:solidFill>
              </a:rPr>
              <a:t>from browser </a:t>
            </a:r>
            <a:r>
              <a:rPr lang="en-IN" b="1" dirty="0" smtClean="0">
                <a:solidFill>
                  <a:schemeClr val="tx1"/>
                </a:solidFill>
              </a:rPr>
              <a:t>attacks</a:t>
            </a:r>
            <a:r>
              <a:rPr lang="en-GB" b="1" dirty="0" smtClean="0">
                <a:solidFill>
                  <a:schemeClr val="tx1"/>
                </a:solidFill>
              </a:rPr>
              <a:t> </a:t>
            </a:r>
            <a:endParaRPr lang="en-IN" b="1" dirty="0">
              <a:solidFill>
                <a:schemeClr val="tx1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937" b="36820"/>
          <a:stretch/>
        </p:blipFill>
        <p:spPr>
          <a:xfrm>
            <a:off x="1227910" y="1227910"/>
            <a:ext cx="7720148" cy="5172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795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 txBox="1">
            <a:spLocks/>
          </p:cNvSpPr>
          <p:nvPr/>
        </p:nvSpPr>
        <p:spPr>
          <a:xfrm>
            <a:off x="131010" y="601498"/>
            <a:ext cx="8671243" cy="830997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b="1" dirty="0" smtClean="0">
                <a:solidFill>
                  <a:schemeClr val="tx1"/>
                </a:solidFill>
              </a:rPr>
              <a:t>Certificate </a:t>
            </a:r>
            <a:r>
              <a:rPr lang="en-IN" b="1" dirty="0">
                <a:solidFill>
                  <a:schemeClr val="tx1"/>
                </a:solidFill>
              </a:rPr>
              <a:t>- Introduction to System Security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429" b="37143"/>
          <a:stretch/>
        </p:blipFill>
        <p:spPr>
          <a:xfrm>
            <a:off x="1214846" y="1136469"/>
            <a:ext cx="7587407" cy="5225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512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 txBox="1">
            <a:spLocks/>
          </p:cNvSpPr>
          <p:nvPr/>
        </p:nvSpPr>
        <p:spPr>
          <a:xfrm>
            <a:off x="131010" y="601498"/>
            <a:ext cx="8671243" cy="83099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b="1" dirty="0" smtClean="0">
                <a:solidFill>
                  <a:schemeClr val="tx1"/>
                </a:solidFill>
              </a:rPr>
              <a:t>Certificate </a:t>
            </a:r>
            <a:r>
              <a:rPr lang="en-IN" b="1" dirty="0">
                <a:solidFill>
                  <a:schemeClr val="tx1"/>
                </a:solidFill>
              </a:rPr>
              <a:t>- Securing Android Devices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39" b="36951"/>
          <a:stretch/>
        </p:blipFill>
        <p:spPr>
          <a:xfrm>
            <a:off x="1045029" y="1432495"/>
            <a:ext cx="7406640" cy="4889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004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 txBox="1">
            <a:spLocks/>
          </p:cNvSpPr>
          <p:nvPr/>
        </p:nvSpPr>
        <p:spPr>
          <a:xfrm>
            <a:off x="371155" y="583026"/>
            <a:ext cx="8671243" cy="83099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b="1" dirty="0" smtClean="0">
                <a:solidFill>
                  <a:schemeClr val="tx1"/>
                </a:solidFill>
              </a:rPr>
              <a:t>GitHub link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79507" y="1890988"/>
            <a:ext cx="745453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3231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 smtClean="0">
                <a:solidFill>
                  <a:schemeClr val="tx1"/>
                </a:solidFill>
              </a:rPr>
              <a:t>Thank you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DEA9014-ED64-4558-B1E1-D03F0EE32BEB}">
  <ds:schemaRefs>
    <ds:schemaRef ds:uri="http://purl.org/dc/dcmitype/"/>
    <ds:schemaRef ds:uri="http://schemas.microsoft.com/office/infopath/2007/PartnerControls"/>
    <ds:schemaRef ds:uri="http://purl.org/dc/elements/1.1/"/>
    <ds:schemaRef ds:uri="71af3243-3dd4-4a8d-8c0d-dd76da1f02a5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  <ds:schemaRef ds:uri="16c05727-aa75-4e4a-9b5f-8a80a1165891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740</TotalTime>
  <Words>168</Words>
  <Application>Microsoft Office PowerPoint</Application>
  <PresentationFormat>Widescreen</PresentationFormat>
  <Paragraphs>34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Trebuchet MS</vt:lpstr>
      <vt:lpstr>Wingdings</vt:lpstr>
      <vt:lpstr>Wingdings 3</vt:lpstr>
      <vt:lpstr>Facet</vt:lpstr>
      <vt:lpstr>Ai Based Network Intrusion Detection System</vt:lpstr>
      <vt:lpstr>PROBLEM  STATEMENT</vt:lpstr>
      <vt:lpstr>Project Description  </vt:lpstr>
      <vt:lpstr>WHO ARE THE END USERS?</vt:lpstr>
      <vt:lpstr>Technology Used</vt:lpstr>
      <vt:lpstr>RESULTS </vt:lpstr>
      <vt:lpstr>RESULTS 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rakshith gowda</cp:lastModifiedBy>
  <cp:revision>86</cp:revision>
  <dcterms:created xsi:type="dcterms:W3CDTF">2021-07-11T13:13:15Z</dcterms:created>
  <dcterms:modified xsi:type="dcterms:W3CDTF">2026-01-12T02:20:11Z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